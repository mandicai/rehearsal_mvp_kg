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9"/>
    <p:restoredTop sz="94605"/>
  </p:normalViewPr>
  <p:slideViewPr>
    <p:cSldViewPr snapToGrid="0">
      <p:cViewPr varScale="1">
        <p:scale>
          <a:sx n="132" d="100"/>
          <a:sy n="132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yserviceanimal.org/blog/pros-and-cons-of-choosing-a-husky-service-do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9914-517F-D402-A642-1D4525D339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How to train huskies as service dogs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A500B-736D-5A3C-4F13-D8E7B91E78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Mandi Cai, July 2026</a:t>
            </a:r>
          </a:p>
        </p:txBody>
      </p:sp>
    </p:spTree>
    <p:extLst>
      <p:ext uri="{BB962C8B-B14F-4D97-AF65-F5344CB8AC3E}">
        <p14:creationId xmlns:p14="http://schemas.microsoft.com/office/powerpoint/2010/main" val="208473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2D00-DE0F-B66A-FCB7-BB5DD76B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service dog?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7A3E-7E5F-64C7-F15F-4227E4F8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024744" cy="2800767"/>
          </a:xfrm>
        </p:spPr>
        <p:txBody>
          <a:bodyPr>
            <a:normAutofit/>
          </a:bodyPr>
          <a:lstStyle/>
          <a:p>
            <a:r>
              <a:rPr lang="en-US" sz="2000" dirty="0"/>
              <a:t>Any breed or size of dog</a:t>
            </a:r>
          </a:p>
          <a:p>
            <a:r>
              <a:rPr lang="en-US" sz="2000" dirty="0"/>
              <a:t>Trained to perform a task directly related to a person’s disability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05593-CBBF-44AD-1D9E-5BFE3BFD1345}"/>
              </a:ext>
            </a:extLst>
          </p:cNvPr>
          <p:cNvSpPr txBox="1"/>
          <p:nvPr/>
        </p:nvSpPr>
        <p:spPr>
          <a:xfrm>
            <a:off x="5320145" y="2556932"/>
            <a:ext cx="557645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NOT</a:t>
            </a:r>
            <a:r>
              <a:rPr lang="en-US" sz="2000" dirty="0"/>
              <a:t> Required to be certified or go through a professional training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NOT</a:t>
            </a:r>
            <a:r>
              <a:rPr lang="en-US" sz="2000" dirty="0"/>
              <a:t> Required to wear a vest or other ID that indicates they’re a service dog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NOT</a:t>
            </a:r>
            <a:r>
              <a:rPr lang="en-US" sz="2000" dirty="0"/>
              <a:t> Emotional support or comfort dogs, because providing emotional support or comfort is not a task related to a person’s disability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90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207C0-DB78-A1B8-CD4A-B0BB3671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4F37-D80B-5F08-E191-C62C507F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service dog?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D1563-CAD3-4175-18C9-4C319F87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person who uses a wheelchair may have a dog that is </a:t>
            </a:r>
            <a:r>
              <a:rPr lang="en-US" b="1" dirty="0"/>
              <a:t>trained to retrieve objects for them</a:t>
            </a:r>
            <a:r>
              <a:rPr lang="en-US" dirty="0"/>
              <a:t>.</a:t>
            </a:r>
          </a:p>
          <a:p>
            <a:r>
              <a:rPr lang="en-US" dirty="0"/>
              <a:t>A person with depression may have a dog that is </a:t>
            </a:r>
            <a:r>
              <a:rPr lang="en-US" b="1" dirty="0"/>
              <a:t>trained to perform a task to remind them to take their medication</a:t>
            </a:r>
            <a:r>
              <a:rPr lang="en-US" dirty="0"/>
              <a:t>.</a:t>
            </a:r>
          </a:p>
          <a:p>
            <a:r>
              <a:rPr lang="en-US" dirty="0"/>
              <a:t>A person with PTSD may have a dog that is </a:t>
            </a:r>
            <a:r>
              <a:rPr lang="en-US" b="1" dirty="0"/>
              <a:t>trained to lick their hand to alert them to an oncoming panic attack</a:t>
            </a:r>
            <a:r>
              <a:rPr lang="en-US" dirty="0"/>
              <a:t>.</a:t>
            </a:r>
          </a:p>
          <a:p>
            <a:r>
              <a:rPr lang="en-US" dirty="0"/>
              <a:t>A person who has epilepsy may have a dog that is </a:t>
            </a:r>
            <a:r>
              <a:rPr lang="en-US" b="1" dirty="0"/>
              <a:t>trained to detect the onset of a seizure and then help the person remain safe during the seizure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54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39E5-803F-9B1E-613F-700F2E2C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A34B-20AD-F67F-AF53-DF47DEDC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the focus on huskies?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94186-22A9-BF6B-A5E1-2E2B6916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9601195" cy="3318936"/>
          </a:xfrm>
        </p:spPr>
        <p:txBody>
          <a:bodyPr/>
          <a:lstStyle/>
          <a:p>
            <a:r>
              <a:rPr lang="en-US" dirty="0"/>
              <a:t>I have one, and I want to train her as a service dog …</a:t>
            </a:r>
          </a:p>
        </p:txBody>
      </p:sp>
    </p:spTree>
    <p:extLst>
      <p:ext uri="{BB962C8B-B14F-4D97-AF65-F5344CB8AC3E}">
        <p14:creationId xmlns:p14="http://schemas.microsoft.com/office/powerpoint/2010/main" val="158368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B8B3-291C-82DD-E1A6-F3223DF3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1692-B599-1ACE-9B18-E1E7D46E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are huskies trained as service dogs?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F882-CD95-A18D-5268-52B42720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9601195" cy="3318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Huskies are notoriously friendly, intelligent, and fiercely independent</a:t>
            </a:r>
          </a:p>
          <a:p>
            <a:r>
              <a:rPr lang="en-US" dirty="0"/>
              <a:t>While highly energetic and loving family members, they are notorious escape artists and stubborn free-thinkers, meaning they require firm, consistent training and at least 1-2 hours of vigorous exercise daily to prevent destructive behavior</a:t>
            </a:r>
          </a:p>
          <a:p>
            <a:r>
              <a:rPr lang="en-US" dirty="0"/>
              <a:t>Huskies can be trained as service dogs, but </a:t>
            </a:r>
            <a:r>
              <a:rPr lang="en-US" dirty="0">
                <a:hlinkClick r:id="rId2"/>
              </a:rPr>
              <a:t>it requires overcoming their independent and vocal nature</a:t>
            </a:r>
            <a:endParaRPr lang="en-US" dirty="0"/>
          </a:p>
          <a:p>
            <a:r>
              <a:rPr lang="en-US" dirty="0"/>
              <a:t>To qualify, the dog must be trained to perform specific disability-related tasks, such as medical alerts or mobility support</a:t>
            </a:r>
          </a:p>
          <a:p>
            <a:r>
              <a:rPr lang="en-US" dirty="0"/>
              <a:t>Because they are high-energy, strict, consistent positive reinforcement is essential</a:t>
            </a:r>
          </a:p>
        </p:txBody>
      </p:sp>
    </p:spTree>
    <p:extLst>
      <p:ext uri="{BB962C8B-B14F-4D97-AF65-F5344CB8AC3E}">
        <p14:creationId xmlns:p14="http://schemas.microsoft.com/office/powerpoint/2010/main" val="2245365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1696</TotalTime>
  <Words>313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How to train huskies as service dogs</vt:lpstr>
      <vt:lpstr>What is a service dog?</vt:lpstr>
      <vt:lpstr>What is a service dog?</vt:lpstr>
      <vt:lpstr>Why the focus on huskies?</vt:lpstr>
      <vt:lpstr>How are huskies trained as service dogs?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Mandi Cai</dc:creator>
  <cp:lastModifiedBy>Mandi Cai</cp:lastModifiedBy>
  <cp:revision>1</cp:revision>
  <dcterms:created xsi:type="dcterms:W3CDTF">2026-07-13T17:39:01Z</dcterms:created>
  <dcterms:modified xsi:type="dcterms:W3CDTF">2026-07-14T21:55:48Z</dcterms:modified>
</cp:coreProperties>
</file>